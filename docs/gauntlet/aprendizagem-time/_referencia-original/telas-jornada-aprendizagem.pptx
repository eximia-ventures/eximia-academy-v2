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71" r:id="rId6"/>
    <p:sldId id="259" r:id="rId7"/>
    <p:sldId id="260" r:id="rId8"/>
    <p:sldId id="261" r:id="rId9"/>
    <p:sldId id="270" r:id="rId10"/>
    <p:sldId id="262" r:id="rId11"/>
    <p:sldId id="263" r:id="rId12"/>
    <p:sldId id="264" r:id="rId13"/>
    <p:sldId id="269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2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naldo A. Capitelli" userId="1b10cadf-9dee-4b12-bc41-c093e1a06f85" providerId="ADAL" clId="{94EE0666-A656-4080-AA90-F72D84A6B5F7}"/>
    <pc:docChg chg="addSld delSld">
      <pc:chgData name="Rinaldo A. Capitelli" userId="1b10cadf-9dee-4b12-bc41-c093e1a06f85" providerId="ADAL" clId="{94EE0666-A656-4080-AA90-F72D84A6B5F7}" dt="2026-08-20T12:56:25.511" v="2" actId="47"/>
      <pc:docMkLst>
        <pc:docMk/>
      </pc:docMkLst>
      <pc:sldChg chg="del">
        <pc:chgData name="Rinaldo A. Capitelli" userId="1b10cadf-9dee-4b12-bc41-c093e1a06f85" providerId="ADAL" clId="{94EE0666-A656-4080-AA90-F72D84A6B5F7}" dt="2026-08-20T12:56:25.511" v="2" actId="47"/>
        <pc:sldMkLst>
          <pc:docMk/>
          <pc:sldMk cId="1777785352" sldId="268"/>
        </pc:sldMkLst>
      </pc:sldChg>
      <pc:sldChg chg="new del">
        <pc:chgData name="Rinaldo A. Capitelli" userId="1b10cadf-9dee-4b12-bc41-c093e1a06f85" providerId="ADAL" clId="{94EE0666-A656-4080-AA90-F72D84A6B5F7}" dt="2026-08-20T12:56:21.563" v="1" actId="47"/>
        <pc:sldMkLst>
          <pc:docMk/>
          <pc:sldMk cId="3158070006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3A813-ABFC-D03B-C246-36BFDDCCE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937988-4470-EA32-CBC0-7F7DBFFAE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E982C7-AAF7-6D68-4E67-D6F19226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C93FBD-AF94-FDC6-1A52-1FE156FD4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7CD70F-9BE8-5952-2EFC-2001ACCA1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92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EFD70-9C77-B01D-6AC6-075199EF8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C6A22B-77B5-F52F-96BF-FC7C63A9B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064029-B49B-DDD8-4E2D-D46E6C34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ED98E9-42FD-B2AC-8051-28BCBFA6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48BA49-091B-A185-BE26-2A056BED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67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9B381-6B7D-0B45-CFF1-D54163C7E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B4A1B8-C577-5115-6407-89723D75F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9E1966-E960-5C7E-C571-1BD29E30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00045A-EC54-384B-2EFD-3A9D2774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EB5E62-7F7F-7884-521A-2CBC1C54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917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108A8-070D-7D10-E037-563AC4CB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A31C2B-6721-F2C6-0B6D-BD698C441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A0B17C-C5FD-8268-067F-8007357BD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EA5015-2E78-2168-B241-64E70E8C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85488B-7EF4-76A8-14D1-9A6AEE420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766365-CE0B-B0EC-19FD-09D3A6E4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0534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7D54B-B5B5-6C83-9DCA-799D2A1F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81E8B3-D512-FBC8-A8B0-BFAD37D0E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308962-451F-847A-0E2E-5F65B1001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77254B7-C735-F456-F41C-3406533CB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2F7CFD1-B53A-3D27-D8E3-35E51186A2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CC3E0C-D4BB-69FE-645A-5E685795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F3392FD-008A-4827-8F50-B3FD7642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07DABB-4C25-F466-D7B6-4AFBCD89F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0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39449-30BB-AB18-B4B9-567E27E6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2D1DB7-38A8-C5B8-06CA-C545DC3F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437CA80-04D4-F809-B2B9-B44933F73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15F7985-A35C-129C-02C9-E8E9BE8B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08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CBB0056-3380-DA92-A99C-162006C4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38420C8-0712-87C9-FAD5-166566809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869941-7AF2-6028-3BFC-51F668166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4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68D93-EBA8-B14D-68DC-979A8FA9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980A36-3DC9-315C-1FCE-49C4A927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514135-E731-DFAE-2385-CC49747AC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3822B8-FAD8-097C-1771-D4164C063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4BAE0C-3CCA-A507-B4EF-29E6297CD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1DB85B-8926-6E7D-6CA2-C7409D53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212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60D76-EDB7-9925-CA4F-A675445BA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08B5E0-026C-931B-33D6-3819B6D89E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F7014F-4738-542B-0583-01B3AB707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025C14-8E07-7A83-FAE7-AC4D346A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C78F03-9BE1-81BE-7FF3-6B0FFF45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0096BE-DF30-2914-F367-EF5EB009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70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78041-0E9B-D796-8347-AE4BDA35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1B32A-9A6C-CFBC-4C7A-6275E0D06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379B8D-E4FA-16A2-3B16-067F229E1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10F838-ADF7-95D7-B854-B68ACFE86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DFF2BA-6F6E-5DE2-0AEB-349D2CE5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33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9E18B4-CCD6-82AE-B394-9E9919336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833065-4877-37EA-B976-88ECD491C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6A57C0-04F8-C3FB-77F6-09B656F3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6757EE-8854-87D4-1157-75FA7598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F2D62B-2C0A-E706-417B-6561CE50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54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465C9B8-21A7-F342-4738-FD858726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E0ACB2-4CE4-9871-7465-2191A1122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124BED-FEB5-6DE5-EDF0-C1311373A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B957F-6F41-4FEA-A815-11809C9139B8}" type="datetimeFigureOut">
              <a:rPr lang="pt-BR" smtClean="0"/>
              <a:t>20/08/2026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A7F8A4-122B-7C2A-DAA0-ACFD61CD0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363F22-B105-86CC-BAB5-7B5B7BDA6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FC90E-7E1D-4A7C-8676-0BEB15A2F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05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A75A877-1046-F7B6-32D2-38AAA5E8C3B5}"/>
              </a:ext>
            </a:extLst>
          </p:cNvPr>
          <p:cNvSpPr txBox="1"/>
          <p:nvPr/>
        </p:nvSpPr>
        <p:spPr>
          <a:xfrm>
            <a:off x="3662262" y="1747520"/>
            <a:ext cx="5050357" cy="30416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400" dirty="0" err="1"/>
              <a:t>Analiticys</a:t>
            </a:r>
            <a:r>
              <a:rPr lang="pt-BR" sz="44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pt-BR" sz="4400" dirty="0"/>
              <a:t>Ativação da Jornada</a:t>
            </a:r>
          </a:p>
          <a:p>
            <a:pPr algn="ctr">
              <a:lnSpc>
                <a:spcPct val="150000"/>
              </a:lnSpc>
            </a:pPr>
            <a:r>
              <a:rPr lang="pt-BR" sz="4400" dirty="0"/>
              <a:t>Telas do Gestor</a:t>
            </a:r>
          </a:p>
        </p:txBody>
      </p:sp>
    </p:spTree>
    <p:extLst>
      <p:ext uri="{BB962C8B-B14F-4D97-AF65-F5344CB8AC3E}">
        <p14:creationId xmlns:p14="http://schemas.microsoft.com/office/powerpoint/2010/main" val="10661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EBE54106-B6D4-B44B-5B13-DAB472200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44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21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C3E13BE-2ACF-36EA-3CA1-BED4034A0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5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EFEC70A-95E3-EC4A-A218-7DC16DBDF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07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FF8D672-B508-0C51-E521-98987443F8D3}"/>
              </a:ext>
            </a:extLst>
          </p:cNvPr>
          <p:cNvSpPr txBox="1"/>
          <p:nvPr/>
        </p:nvSpPr>
        <p:spPr>
          <a:xfrm>
            <a:off x="2355809" y="1747520"/>
            <a:ext cx="7480382" cy="30416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400" dirty="0" err="1"/>
              <a:t>Analiticys</a:t>
            </a:r>
            <a:r>
              <a:rPr lang="pt-BR" sz="44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pt-BR" sz="4400" dirty="0"/>
              <a:t> Autogestão da minha Jornada</a:t>
            </a:r>
          </a:p>
          <a:p>
            <a:pPr algn="ctr">
              <a:lnSpc>
                <a:spcPct val="150000"/>
              </a:lnSpc>
            </a:pPr>
            <a:r>
              <a:rPr lang="pt-BR" sz="4400" dirty="0"/>
              <a:t>Telas do Aprendiz</a:t>
            </a:r>
          </a:p>
        </p:txBody>
      </p:sp>
    </p:spTree>
    <p:extLst>
      <p:ext uri="{BB962C8B-B14F-4D97-AF65-F5344CB8AC3E}">
        <p14:creationId xmlns:p14="http://schemas.microsoft.com/office/powerpoint/2010/main" val="218400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34BB94F-1339-403B-4231-836437C14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19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3C8818B-77A7-7143-EACC-8D7C78760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984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99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6B8B794-0A9B-C129-95CC-4B881048E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79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1010692-BF8D-6E6E-8321-37A1205131E1}"/>
              </a:ext>
            </a:extLst>
          </p:cNvPr>
          <p:cNvSpPr txBox="1"/>
          <p:nvPr/>
        </p:nvSpPr>
        <p:spPr>
          <a:xfrm>
            <a:off x="3187256" y="1747520"/>
            <a:ext cx="5817491" cy="30416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400" dirty="0" err="1"/>
              <a:t>Analiticys</a:t>
            </a:r>
            <a:r>
              <a:rPr lang="pt-BR" sz="44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pt-BR" sz="4400" dirty="0"/>
              <a:t> Aprendizagem do Time</a:t>
            </a:r>
          </a:p>
          <a:p>
            <a:pPr algn="ctr">
              <a:lnSpc>
                <a:spcPct val="150000"/>
              </a:lnSpc>
            </a:pPr>
            <a:r>
              <a:rPr lang="pt-BR" sz="4400" dirty="0"/>
              <a:t>Telas do Gestor</a:t>
            </a:r>
          </a:p>
        </p:txBody>
      </p:sp>
    </p:spTree>
    <p:extLst>
      <p:ext uri="{BB962C8B-B14F-4D97-AF65-F5344CB8AC3E}">
        <p14:creationId xmlns:p14="http://schemas.microsoft.com/office/powerpoint/2010/main" val="487205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BDEF07B-35CD-7A75-B8C2-AF0585D18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14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7619E9B-8758-6EE5-39D2-5F40E7099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0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31FAAD4-DC4A-7FBA-6E1D-3BAD780CD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0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EAE6425-A343-680D-27EF-2D5531D9E1B9}"/>
              </a:ext>
            </a:extLst>
          </p:cNvPr>
          <p:cNvSpPr txBox="1"/>
          <p:nvPr/>
        </p:nvSpPr>
        <p:spPr>
          <a:xfrm>
            <a:off x="1591251" y="1747520"/>
            <a:ext cx="9009518" cy="30416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400" dirty="0" err="1"/>
              <a:t>Analiticys</a:t>
            </a:r>
            <a:r>
              <a:rPr lang="pt-BR" sz="44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pt-BR" sz="4400" dirty="0"/>
              <a:t> Autogestão da Minha Aprendizagem</a:t>
            </a:r>
          </a:p>
          <a:p>
            <a:pPr algn="ctr">
              <a:lnSpc>
                <a:spcPct val="150000"/>
              </a:lnSpc>
            </a:pPr>
            <a:r>
              <a:rPr lang="pt-BR" sz="4400" dirty="0"/>
              <a:t>Telas do Aprendiz</a:t>
            </a:r>
          </a:p>
        </p:txBody>
      </p:sp>
    </p:spTree>
    <p:extLst>
      <p:ext uri="{BB962C8B-B14F-4D97-AF65-F5344CB8AC3E}">
        <p14:creationId xmlns:p14="http://schemas.microsoft.com/office/powerpoint/2010/main" val="864818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A72F471-7A21-67EB-6096-34B9DA09F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4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4D27882-3202-366E-2429-4940A80DB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80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FAE7EB7-B40B-026D-8D86-74E40EDC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62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33</Words>
  <Application>Microsoft Office PowerPoint</Application>
  <PresentationFormat>Widescreen</PresentationFormat>
  <Paragraphs>12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Rinaldo A. Capitelli</dc:creator>
  <cp:lastModifiedBy>Rinaldo A. Capitelli</cp:lastModifiedBy>
  <cp:revision>1</cp:revision>
  <dcterms:created xsi:type="dcterms:W3CDTF">2026-08-17T11:34:21Z</dcterms:created>
  <dcterms:modified xsi:type="dcterms:W3CDTF">2026-08-20T12:56:29Z</dcterms:modified>
</cp:coreProperties>
</file>